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332783c6cc4e5c" /><Relationship Type="http://schemas.openxmlformats.org/officeDocument/2006/relationships/extended-properties" Target="/docProps/app.xml" Id="Raf1247b76967428e" /><Relationship Type="http://schemas.openxmlformats.org/officeDocument/2006/relationships/officeDocument" Target="/ppt/presentation.xml" Id="Rd98caaf691f543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8ad01fea4a40ea"/>
  </p:sldMasterIdLst>
  <p:notesMasterIdLst>
    <p:notesMasterId xmlns:r="http://schemas.openxmlformats.org/officeDocument/2006/relationships" r:id="R5a7ba838c4e740d7"/>
  </p:notesMasterIdLst>
  <p:sldIdLst>
    <p:sldId xmlns:r="http://schemas.openxmlformats.org/officeDocument/2006/relationships" id="256" r:id="R66a97e33a92346f4"/>
    <p:sldId xmlns:r="http://schemas.openxmlformats.org/officeDocument/2006/relationships" id="257" r:id="R10552b2b586840e1"/>
    <p:sldId xmlns:r="http://schemas.openxmlformats.org/officeDocument/2006/relationships" id="258" r:id="R3b03e1d453b4464d"/>
    <p:sldId xmlns:r="http://schemas.openxmlformats.org/officeDocument/2006/relationships" id="259" r:id="Rb206d1c70c4c45a0"/>
    <p:sldId xmlns:r="http://schemas.openxmlformats.org/officeDocument/2006/relationships" id="260" r:id="R2ef0df81d5e14ffd"/>
    <p:sldId xmlns:r="http://schemas.openxmlformats.org/officeDocument/2006/relationships" id="261" r:id="R6530e4c9ed5c4482"/>
    <p:sldId xmlns:r="http://schemas.openxmlformats.org/officeDocument/2006/relationships" id="262" r:id="R248e125b914d45a0"/>
    <p:sldId xmlns:r="http://schemas.openxmlformats.org/officeDocument/2006/relationships" id="263" r:id="Rb08281508e604307"/>
    <p:sldId xmlns:r="http://schemas.openxmlformats.org/officeDocument/2006/relationships" id="264" r:id="R765a86b9b4d746c5"/>
    <p:sldId xmlns:r="http://schemas.openxmlformats.org/officeDocument/2006/relationships" id="265" r:id="R96509b7ab29d48a8"/>
    <p:sldId xmlns:r="http://schemas.openxmlformats.org/officeDocument/2006/relationships" id="266" r:id="R28df0d87d4a84914"/>
    <p:sldId xmlns:r="http://schemas.openxmlformats.org/officeDocument/2006/relationships" id="267" r:id="R0884518f938e43ce"/>
    <p:sldId xmlns:r="http://schemas.openxmlformats.org/officeDocument/2006/relationships" id="268" r:id="R4ef054bfd18d4202"/>
    <p:sldId xmlns:r="http://schemas.openxmlformats.org/officeDocument/2006/relationships" id="269" r:id="Rdb80a2bb8a264df5"/>
    <p:sldId xmlns:r="http://schemas.openxmlformats.org/officeDocument/2006/relationships" id="270" r:id="R85d3e506015e4d23"/>
    <p:sldId xmlns:r="http://schemas.openxmlformats.org/officeDocument/2006/relationships" id="271" r:id="Re70a8ffb66b24ae3"/>
    <p:sldId xmlns:r="http://schemas.openxmlformats.org/officeDocument/2006/relationships" id="272" r:id="R6ac70cf0e4254443"/>
    <p:sldId xmlns:r="http://schemas.openxmlformats.org/officeDocument/2006/relationships" id="273" r:id="R931dcee14e7849df"/>
    <p:sldId xmlns:r="http://schemas.openxmlformats.org/officeDocument/2006/relationships" id="274" r:id="R238bd546135440d9"/>
    <p:sldId xmlns:r="http://schemas.openxmlformats.org/officeDocument/2006/relationships" id="275" r:id="R6b820abf6f4d4ee4"/>
    <p:sldId xmlns:r="http://schemas.openxmlformats.org/officeDocument/2006/relationships" id="276" r:id="R469dcbb270984bd4"/>
    <p:sldId xmlns:r="http://schemas.openxmlformats.org/officeDocument/2006/relationships" id="277" r:id="R6387366521fa4b02"/>
    <p:sldId xmlns:r="http://schemas.openxmlformats.org/officeDocument/2006/relationships" id="278" r:id="Raab136570b394e78"/>
    <p:sldId xmlns:r="http://schemas.openxmlformats.org/officeDocument/2006/relationships" id="279" r:id="R54417808359d4242"/>
    <p:sldId xmlns:r="http://schemas.openxmlformats.org/officeDocument/2006/relationships" id="280" r:id="R1898a76be9d847c5"/>
    <p:sldId xmlns:r="http://schemas.openxmlformats.org/officeDocument/2006/relationships" id="281" r:id="Rde37fea69df64684"/>
    <p:sldId xmlns:r="http://schemas.openxmlformats.org/officeDocument/2006/relationships" id="282" r:id="R1166e4d44e9f46c5"/>
    <p:sldId xmlns:r="http://schemas.openxmlformats.org/officeDocument/2006/relationships" id="283" r:id="R8d62964e5eb14f07"/>
    <p:sldId xmlns:r="http://schemas.openxmlformats.org/officeDocument/2006/relationships" id="284" r:id="R2b618df754fa4b10"/>
    <p:sldId xmlns:r="http://schemas.openxmlformats.org/officeDocument/2006/relationships" id="285" r:id="R49a61943f0df4d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a893be1664f27" /><Relationship Type="http://schemas.openxmlformats.org/officeDocument/2006/relationships/slideMaster" Target="/ppt/slideMasters/slideMaster1.xml" Id="Rfc8ad01fea4a40ea" /><Relationship Type="http://schemas.openxmlformats.org/officeDocument/2006/relationships/notesMaster" Target="/ppt/notesMasters/notesMaster1.xml" Id="R5a7ba838c4e740d7" /><Relationship Type="http://schemas.openxmlformats.org/officeDocument/2006/relationships/presProps" Target="/ppt/presProps.xml" Id="Re2005a040aa5439f" /><Relationship Type="http://schemas.openxmlformats.org/officeDocument/2006/relationships/tableStyles" Target="/ppt/tableStyles.xml" Id="R09d8d41f043c43f4" /><Relationship Type="http://schemas.openxmlformats.org/officeDocument/2006/relationships/slide" Target="/ppt/slides/slide1.xml" Id="R66a97e33a92346f4" /><Relationship Type="http://schemas.openxmlformats.org/officeDocument/2006/relationships/slide" Target="/ppt/slides/slide2.xml" Id="R10552b2b586840e1" /><Relationship Type="http://schemas.openxmlformats.org/officeDocument/2006/relationships/slide" Target="/ppt/slides/slide3.xml" Id="R3b03e1d453b4464d" /><Relationship Type="http://schemas.openxmlformats.org/officeDocument/2006/relationships/slide" Target="/ppt/slides/slide4.xml" Id="Rb206d1c70c4c45a0" /><Relationship Type="http://schemas.openxmlformats.org/officeDocument/2006/relationships/slide" Target="/ppt/slides/slide5.xml" Id="R2ef0df81d5e14ffd" /><Relationship Type="http://schemas.openxmlformats.org/officeDocument/2006/relationships/slide" Target="/ppt/slides/slide6.xml" Id="R6530e4c9ed5c4482" /><Relationship Type="http://schemas.openxmlformats.org/officeDocument/2006/relationships/slide" Target="/ppt/slides/slide7.xml" Id="R248e125b914d45a0" /><Relationship Type="http://schemas.openxmlformats.org/officeDocument/2006/relationships/slide" Target="/ppt/slides/slide8.xml" Id="Rb08281508e604307" /><Relationship Type="http://schemas.openxmlformats.org/officeDocument/2006/relationships/slide" Target="/ppt/slides/slide9.xml" Id="R765a86b9b4d746c5" /><Relationship Type="http://schemas.openxmlformats.org/officeDocument/2006/relationships/slide" Target="/ppt/slides/slide10.xml" Id="R96509b7ab29d48a8" /><Relationship Type="http://schemas.openxmlformats.org/officeDocument/2006/relationships/slide" Target="/ppt/slides/slide11.xml" Id="R28df0d87d4a84914" /><Relationship Type="http://schemas.openxmlformats.org/officeDocument/2006/relationships/slide" Target="/ppt/slides/slide12.xml" Id="R0884518f938e43ce" /><Relationship Type="http://schemas.openxmlformats.org/officeDocument/2006/relationships/slide" Target="/ppt/slides/slide13.xml" Id="R4ef054bfd18d4202" /><Relationship Type="http://schemas.openxmlformats.org/officeDocument/2006/relationships/slide" Target="/ppt/slides/slide14.xml" Id="Rdb80a2bb8a264df5" /><Relationship Type="http://schemas.openxmlformats.org/officeDocument/2006/relationships/slide" Target="/ppt/slides/slide15.xml" Id="R85d3e506015e4d23" /><Relationship Type="http://schemas.openxmlformats.org/officeDocument/2006/relationships/slide" Target="/ppt/slides/slide16.xml" Id="Re70a8ffb66b24ae3" /><Relationship Type="http://schemas.openxmlformats.org/officeDocument/2006/relationships/slide" Target="/ppt/slides/slide17.xml" Id="R6ac70cf0e4254443" /><Relationship Type="http://schemas.openxmlformats.org/officeDocument/2006/relationships/slide" Target="/ppt/slides/slide18.xml" Id="R931dcee14e7849df" /><Relationship Type="http://schemas.openxmlformats.org/officeDocument/2006/relationships/slide" Target="/ppt/slides/slide19.xml" Id="R238bd546135440d9" /><Relationship Type="http://schemas.openxmlformats.org/officeDocument/2006/relationships/slide" Target="/ppt/slides/slide20.xml" Id="R6b820abf6f4d4ee4" /><Relationship Type="http://schemas.openxmlformats.org/officeDocument/2006/relationships/slide" Target="/ppt/slides/slide21.xml" Id="R469dcbb270984bd4" /><Relationship Type="http://schemas.openxmlformats.org/officeDocument/2006/relationships/slide" Target="/ppt/slides/slide22.xml" Id="R6387366521fa4b02" /><Relationship Type="http://schemas.openxmlformats.org/officeDocument/2006/relationships/slide" Target="/ppt/slides/slide23.xml" Id="Raab136570b394e78" /><Relationship Type="http://schemas.openxmlformats.org/officeDocument/2006/relationships/slide" Target="/ppt/slides/slide24.xml" Id="R54417808359d4242" /><Relationship Type="http://schemas.openxmlformats.org/officeDocument/2006/relationships/slide" Target="/ppt/slides/slide25.xml" Id="R1898a76be9d847c5" /><Relationship Type="http://schemas.openxmlformats.org/officeDocument/2006/relationships/slide" Target="/ppt/slides/slide26.xml" Id="Rde37fea69df64684" /><Relationship Type="http://schemas.openxmlformats.org/officeDocument/2006/relationships/slide" Target="/ppt/slides/slide27.xml" Id="R1166e4d44e9f46c5" /><Relationship Type="http://schemas.openxmlformats.org/officeDocument/2006/relationships/slide" Target="/ppt/slides/slide28.xml" Id="R8d62964e5eb14f07" /><Relationship Type="http://schemas.openxmlformats.org/officeDocument/2006/relationships/slide" Target="/ppt/slides/slide29.xml" Id="R2b618df754fa4b10" /><Relationship Type="http://schemas.openxmlformats.org/officeDocument/2006/relationships/slide" Target="/ppt/slides/slide30.xml" Id="R49a61943f0df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1cbebd805b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e60ef9f454ea7" /><Relationship Type="http://schemas.openxmlformats.org/officeDocument/2006/relationships/notesMaster" Target="/ppt/notesMasters/notesMaster1.xml" Id="R0f533917e01b47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641ada91a48df" /><Relationship Type="http://schemas.openxmlformats.org/officeDocument/2006/relationships/notesMaster" Target="/ppt/notesMasters/notesMaster1.xml" Id="R3c9f6397e995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cd0dc8184d4765" /><Relationship Type="http://schemas.openxmlformats.org/officeDocument/2006/relationships/notesMaster" Target="/ppt/notesMasters/notesMaster1.xml" Id="Re030992427ea43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401f3a2404248" /><Relationship Type="http://schemas.openxmlformats.org/officeDocument/2006/relationships/notesMaster" Target="/ppt/notesMasters/notesMaster1.xml" Id="R9ba3a335edf1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6b29e476c6431e" /><Relationship Type="http://schemas.openxmlformats.org/officeDocument/2006/relationships/notesMaster" Target="/ppt/notesMasters/notesMaster1.xml" Id="R69237826816b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9bbc48ef474a80" /><Relationship Type="http://schemas.openxmlformats.org/officeDocument/2006/relationships/notesMaster" Target="/ppt/notesMasters/notesMaster1.xml" Id="R1ade21765511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16320c7afd45a0" /><Relationship Type="http://schemas.openxmlformats.org/officeDocument/2006/relationships/notesMaster" Target="/ppt/notesMasters/notesMaster1.xml" Id="R3cbfa67a517f48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0851138cad4ff1" /><Relationship Type="http://schemas.openxmlformats.org/officeDocument/2006/relationships/notesMaster" Target="/ppt/notesMasters/notesMaster1.xml" Id="Rc1b2781a8b404f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f038c524454d22" /><Relationship Type="http://schemas.openxmlformats.org/officeDocument/2006/relationships/notesMaster" Target="/ppt/notesMasters/notesMaster1.xml" Id="Rd020bab0180a41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12427239884465" /><Relationship Type="http://schemas.openxmlformats.org/officeDocument/2006/relationships/notesMaster" Target="/ppt/notesMasters/notesMaster1.xml" Id="Rcfdb0e0c428e48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e7d3a350ec463f" /><Relationship Type="http://schemas.openxmlformats.org/officeDocument/2006/relationships/notesMaster" Target="/ppt/notesMasters/notesMaster1.xml" Id="R1af8c19f6dc044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bd607ca0584b2f" /><Relationship Type="http://schemas.openxmlformats.org/officeDocument/2006/relationships/notesMaster" Target="/ppt/notesMasters/notesMaster1.xml" Id="Re75ca274a5de41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c83452b1554587" /><Relationship Type="http://schemas.openxmlformats.org/officeDocument/2006/relationships/notesMaster" Target="/ppt/notesMasters/notesMaster1.xml" Id="Re119334cb16e48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8069e92eaa4be3" /><Relationship Type="http://schemas.openxmlformats.org/officeDocument/2006/relationships/notesMaster" Target="/ppt/notesMasters/notesMaster1.xml" Id="R1a5f2bb535cf46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a1e4c76f0e48a7" /><Relationship Type="http://schemas.openxmlformats.org/officeDocument/2006/relationships/notesMaster" Target="/ppt/notesMasters/notesMaster1.xml" Id="Re027dc7eb9a141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f5e427871b4095" /><Relationship Type="http://schemas.openxmlformats.org/officeDocument/2006/relationships/notesMaster" Target="/ppt/notesMasters/notesMaster1.xml" Id="Re76018b028724a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65f88d319d40a1" /><Relationship Type="http://schemas.openxmlformats.org/officeDocument/2006/relationships/notesMaster" Target="/ppt/notesMasters/notesMaster1.xml" Id="R3918a3a3d00a46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216bcbf59a4edb" /><Relationship Type="http://schemas.openxmlformats.org/officeDocument/2006/relationships/notesMaster" Target="/ppt/notesMasters/notesMaster1.xml" Id="Rce7102a54fd349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f11898f92340f8" /><Relationship Type="http://schemas.openxmlformats.org/officeDocument/2006/relationships/notesMaster" Target="/ppt/notesMasters/notesMaster1.xml" Id="R74465e0fdbea44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9541c63b9148f4" /><Relationship Type="http://schemas.openxmlformats.org/officeDocument/2006/relationships/notesMaster" Target="/ppt/notesMasters/notesMaster1.xml" Id="Ra000d2fbdb9a49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748872a10542b9" /><Relationship Type="http://schemas.openxmlformats.org/officeDocument/2006/relationships/notesMaster" Target="/ppt/notesMasters/notesMaster1.xml" Id="Re0ff5b2f91104d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23b57f1f41474e" /><Relationship Type="http://schemas.openxmlformats.org/officeDocument/2006/relationships/notesMaster" Target="/ppt/notesMasters/notesMaster1.xml" Id="R9d159d545ee94e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db891d878f4e9e" /><Relationship Type="http://schemas.openxmlformats.org/officeDocument/2006/relationships/notesMaster" Target="/ppt/notesMasters/notesMaster1.xml" Id="R5ccebc4f48c34f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ce84c9a1f14a8d" /><Relationship Type="http://schemas.openxmlformats.org/officeDocument/2006/relationships/notesMaster" Target="/ppt/notesMasters/notesMaster1.xml" Id="R93da2e3f2e1a40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80f258fd3c411f" /><Relationship Type="http://schemas.openxmlformats.org/officeDocument/2006/relationships/notesMaster" Target="/ppt/notesMasters/notesMaster1.xml" Id="R3581eb10202243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3069a62c214292" /><Relationship Type="http://schemas.openxmlformats.org/officeDocument/2006/relationships/notesMaster" Target="/ppt/notesMasters/notesMaster1.xml" Id="R9d9376befcb048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691f7e5ee1498c" /><Relationship Type="http://schemas.openxmlformats.org/officeDocument/2006/relationships/notesMaster" Target="/ppt/notesMasters/notesMaster1.xml" Id="Rfc94c2a782824d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c5808ef4cf4348" /><Relationship Type="http://schemas.openxmlformats.org/officeDocument/2006/relationships/notesMaster" Target="/ppt/notesMasters/notesMaster1.xml" Id="R3fe2af9cabf043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5bca48f7b1e40e5" /><Relationship Type="http://schemas.openxmlformats.org/officeDocument/2006/relationships/notesMaster" Target="/ppt/notesMasters/notesMaster1.xml" Id="R5236d7c4e5ee41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15191ad4214021" /><Relationship Type="http://schemas.openxmlformats.org/officeDocument/2006/relationships/notesMaster" Target="/ppt/notesMasters/notesMaster1.xml" Id="Rb2401c257bd1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94644659049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392633d12647c1" /><Relationship Type="http://schemas.openxmlformats.org/officeDocument/2006/relationships/slideLayout" Target="/ppt/slideLayouts/slideLayout1.xml" Id="Read697103a814b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697103a814b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51dc5ef6b478f" /><Relationship Type="http://schemas.openxmlformats.org/officeDocument/2006/relationships/notesSlide" Target="/ppt/notesSlides/notesSlide1.xml" Id="Rc5145aeb75384f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81cb5f6d146de" /><Relationship Type="http://schemas.openxmlformats.org/officeDocument/2006/relationships/notesSlide" Target="/ppt/notesSlides/notesSlide2.xml" Id="R179f7081266a4a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45bfca6114f1b" /><Relationship Type="http://schemas.openxmlformats.org/officeDocument/2006/relationships/notesSlide" Target="/ppt/notesSlides/notesSlide3.xml" Id="R063abb9b513547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3423ae49a47c2" /><Relationship Type="http://schemas.openxmlformats.org/officeDocument/2006/relationships/notesSlide" Target="/ppt/notesSlides/notesSlide4.xml" Id="R0b3e1f4d53b048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de58c1bcf4d1e" /><Relationship Type="http://schemas.openxmlformats.org/officeDocument/2006/relationships/notesSlide" Target="/ppt/notesSlides/notesSlide5.xml" Id="R823446bb8159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cc31ecc164845" /><Relationship Type="http://schemas.openxmlformats.org/officeDocument/2006/relationships/notesSlide" Target="/ppt/notesSlides/notesSlide6.xml" Id="R726cf2d40a164d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29d3a4a854fda" /><Relationship Type="http://schemas.openxmlformats.org/officeDocument/2006/relationships/notesSlide" Target="/ppt/notesSlides/notesSlide7.xml" Id="R9e462d489ba14f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d9a02ca5646e4" /><Relationship Type="http://schemas.openxmlformats.org/officeDocument/2006/relationships/notesSlide" Target="/ppt/notesSlides/notesSlide8.xml" Id="R32b722e6a5104b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03f54c48f4046" /><Relationship Type="http://schemas.openxmlformats.org/officeDocument/2006/relationships/notesSlide" Target="/ppt/notesSlides/notesSlide9.xml" Id="R1277d398e0e84d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3178a066f4bde" /><Relationship Type="http://schemas.openxmlformats.org/officeDocument/2006/relationships/notesSlide" Target="/ppt/notesSlides/notesSlide10.xml" Id="R215f9e38821449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ad6e21fa14692" /><Relationship Type="http://schemas.openxmlformats.org/officeDocument/2006/relationships/notesSlide" Target="/ppt/notesSlides/notesSlide11.xml" Id="R2c536847bd7248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bbe8292884e0f" /><Relationship Type="http://schemas.openxmlformats.org/officeDocument/2006/relationships/notesSlide" Target="/ppt/notesSlides/notesSlide12.xml" Id="R03ab6a146cd14a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06e39a07543d0" /><Relationship Type="http://schemas.openxmlformats.org/officeDocument/2006/relationships/notesSlide" Target="/ppt/notesSlides/notesSlide13.xml" Id="R95428fe1d8e444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8285e7806426a" /><Relationship Type="http://schemas.openxmlformats.org/officeDocument/2006/relationships/notesSlide" Target="/ppt/notesSlides/notesSlide14.xml" Id="R36e31053791549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98ac4e944610" /><Relationship Type="http://schemas.openxmlformats.org/officeDocument/2006/relationships/notesSlide" Target="/ppt/notesSlides/notesSlide15.xml" Id="R27276b9363c848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741d9df3b4c15" /><Relationship Type="http://schemas.openxmlformats.org/officeDocument/2006/relationships/notesSlide" Target="/ppt/notesSlides/notesSlide16.xml" Id="Rb07619c9e8f541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20cec47744462" /><Relationship Type="http://schemas.openxmlformats.org/officeDocument/2006/relationships/notesSlide" Target="/ppt/notesSlides/notesSlide17.xml" Id="R3581d60d282241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61ba747c346f8" /><Relationship Type="http://schemas.openxmlformats.org/officeDocument/2006/relationships/notesSlide" Target="/ppt/notesSlides/notesSlide18.xml" Id="Rb4e3577ad20d46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2412273854c7f" /><Relationship Type="http://schemas.openxmlformats.org/officeDocument/2006/relationships/notesSlide" Target="/ppt/notesSlides/notesSlide19.xml" Id="R1f7601ae07b744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dfccb9a1d4a6e" /><Relationship Type="http://schemas.openxmlformats.org/officeDocument/2006/relationships/notesSlide" Target="/ppt/notesSlides/notesSlide20.xml" Id="Rbdaca8b200b24c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549d223c24337" /><Relationship Type="http://schemas.openxmlformats.org/officeDocument/2006/relationships/notesSlide" Target="/ppt/notesSlides/notesSlide21.xml" Id="R8462a8ca050740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fee2232ea47bd" /><Relationship Type="http://schemas.openxmlformats.org/officeDocument/2006/relationships/notesSlide" Target="/ppt/notesSlides/notesSlide22.xml" Id="R2aeba998e16641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587613dcc453d" /><Relationship Type="http://schemas.openxmlformats.org/officeDocument/2006/relationships/notesSlide" Target="/ppt/notesSlides/notesSlide23.xml" Id="R2656a184949e47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85840e4d84ca3" /><Relationship Type="http://schemas.openxmlformats.org/officeDocument/2006/relationships/notesSlide" Target="/ppt/notesSlides/notesSlide24.xml" Id="Rfbec77f98f9d46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302a9f21c4a44" /><Relationship Type="http://schemas.openxmlformats.org/officeDocument/2006/relationships/notesSlide" Target="/ppt/notesSlides/notesSlide25.xml" Id="R4b0575109db248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70bc8912447f6" /><Relationship Type="http://schemas.openxmlformats.org/officeDocument/2006/relationships/notesSlide" Target="/ppt/notesSlides/notesSlide26.xml" Id="R98bdd1aa962549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777e0482e4b0a" /><Relationship Type="http://schemas.openxmlformats.org/officeDocument/2006/relationships/notesSlide" Target="/ppt/notesSlides/notesSlide27.xml" Id="R1b34dfca13524c1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824801a154155" /><Relationship Type="http://schemas.openxmlformats.org/officeDocument/2006/relationships/notesSlide" Target="/ppt/notesSlides/notesSlide28.xml" Id="R74850f01eb6848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d3746899547dd" /><Relationship Type="http://schemas.openxmlformats.org/officeDocument/2006/relationships/notesSlide" Target="/ppt/notesSlides/notesSlide29.xml" Id="R7230189deec14c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fba40fb4a47f2" /><Relationship Type="http://schemas.openxmlformats.org/officeDocument/2006/relationships/notesSlide" Target="/ppt/notesSlides/notesSlide30.xml" Id="R3b51dc1ef4464e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59959-1E3E-45F8-98D5-9E0B294C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0"/>
            <a:ext cx="3790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6FE25-F73A-4C54-B366-D6B9990B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COMMUNITY EDUCATION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0F7A4-BD70-44F1-A64F-D8F6B72B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Community AI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Readiness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47D45-0929-47EC-83E0-1E5D0A75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9E4EC"/>
                </a:solidFill>
              </a:defRPr>
            </a:pPr>
            <a:r>
              <a:rPr sz="1950" b="0">
                <a:solidFill>
                  <a:srgbClr val="D9E4EC"/>
                </a:solidFill>
              </a:rPr>
              <a:t>Editable presentation draft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A4DC0-92BF-4F41-8906-4FBC1EAC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AI is not a replacement for people. It is a force accelerator.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E765-ACBB-4209-8DE6-356C52DA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620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0" b="1">
                <a:solidFill>
                  <a:srgbClr val="082847"/>
                </a:solidFill>
              </a:defRPr>
            </a:pPr>
            <a:r>
              <a:rPr sz="12000" b="1">
                <a:solidFill>
                  <a:srgbClr val="082847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E6175-9FBA-40A0-A67E-1353FEF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847"/>
                </a:solidFill>
              </a:defRPr>
            </a:pPr>
            <a:r>
              <a:rPr sz="1350" b="1">
                <a:solidFill>
                  <a:srgbClr val="082847"/>
                </a:solidFill>
              </a:rPr>
              <a:t>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67EB4-6103-4D7B-B418-3BA24E8D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95850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82847"/>
                </a:solidFill>
              </a:defRPr>
            </a:pPr>
            <a:r>
              <a:rPr sz="1500" b="0">
                <a:solidFill>
                  <a:srgbClr val="082847"/>
                </a:solidFill>
              </a:rPr>
              <a:t>Adapt for your own room.</a:t>
            </a:r>
          </a:p>
          <a:p xmlns:a="http://schemas.openxmlformats.org/drawingml/2006/main">
            <a:pPr algn="ctr">
              <a:defRPr sz="1500" b="0">
                <a:solidFill>
                  <a:srgbClr val="082847"/>
                </a:solidFill>
              </a:defRPr>
            </a:pPr>
            <a:r>
              <a:rPr sz="1500" b="0">
                <a:solidFill>
                  <a:srgbClr val="082847"/>
                </a:solidFill>
              </a:rPr>
              <a:t>Use public, fictional, or sanitized examples.</a:t>
            </a:r>
          </a:p>
        </p:txBody>
      </p:sp>
    </p:spTree>
    <p:extLst>
      <p:ext uri="{BB962C8B-B14F-4D97-AF65-F5344CB8AC3E}">
        <p14:creationId xmlns:p14="http://schemas.microsoft.com/office/powerpoint/2010/main" val="1940527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8A826-2D7B-45AC-823C-C348AD3E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744E0-B11E-43C9-B611-DD4724F2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HOW TO USE THIS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E7D16-F81D-47B0-93A0-231796F0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0B6EB-74B1-4FB9-AA85-7C9E0CC2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857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082847"/>
                </a:solidFill>
              </a:defRPr>
            </a:pPr>
            <a:r>
              <a:rPr sz="3900" b="0">
                <a:solidFill>
                  <a:srgbClr val="082847"/>
                </a:solidFill>
              </a:rPr>
              <a:t>Keep what fits.</a:t>
            </a:r>
          </a:p>
          <a:p xmlns:a="http://schemas.openxmlformats.org/drawingml/2006/main">
            <a:pPr algn="l">
              <a:defRPr sz="3900" b="0">
                <a:solidFill>
                  <a:srgbClr val="082847"/>
                </a:solidFill>
              </a:defRPr>
            </a:pPr>
            <a:r>
              <a:rPr sz="3900" b="0">
                <a:solidFill>
                  <a:srgbClr val="082847"/>
                </a:solidFill>
              </a:rPr>
              <a:t>Replace what is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D6578-B124-4954-8CD8-68A039EB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34F3A-56EC-43AC-BE9E-5209D05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7157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847"/>
                </a:solidFill>
              </a:defRPr>
            </a:pPr>
            <a:r>
              <a:rPr sz="1650" b="0">
                <a:solidFill>
                  <a:srgbClr val="082847"/>
                </a:solidFill>
              </a:rPr>
              <a:t>Choose one session or use all six.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8BE70-428A-468A-808B-1CC53B8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9EE15-DEEC-4D60-8B5E-F69A3898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812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6BA35-606B-4A28-A95F-3D7AEA1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847"/>
                </a:solidFill>
              </a:defRPr>
            </a:pPr>
            <a:r>
              <a:rPr sz="1650" b="0">
                <a:solidFill>
                  <a:srgbClr val="082847"/>
                </a:solidFill>
              </a:rPr>
              <a:t>Replace tool names, owners, dates, and policies.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505D8-E7CD-4B27-A6DF-1C5427A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B9B01-D334-4AE3-92AD-10520B4E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5C204-8EA4-49C1-BD23-0A34110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33725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847"/>
                </a:solidFill>
              </a:defRPr>
            </a:pPr>
            <a:r>
              <a:rPr sz="1650" b="0">
                <a:solidFill>
                  <a:srgbClr val="082847"/>
                </a:solidFill>
              </a:rPr>
              <a:t>Practice with safe material before the room arrives.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2B964-FD03-47D2-99C0-C1D93E7D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43325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DEC7A-B7D9-4833-BD76-CFD37C34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A50C1-26F5-43EC-BBC0-6B4425DD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464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847"/>
                </a:solidFill>
              </a:defRPr>
            </a:pPr>
            <a:r>
              <a:rPr sz="1650" b="0">
                <a:solidFill>
                  <a:srgbClr val="082847"/>
                </a:solidFill>
              </a:rPr>
              <a:t>Keep the review and escalation rules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BBBB1-0507-4954-84B6-28BB25B2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6390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65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35C84-B5F3-4E87-A589-B0E98E4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C86EB-9FA2-463B-AE79-608339EA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PEOPLE-FIRST ETHIC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6EFDA-D9B4-4BC4-9E65-A60CEEE1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02BFA-E46B-454C-A57E-27D5AD5E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90650"/>
            <a:ext cx="10058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AI should expand what people can do. It should not be used as an excuse to discard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5B726-3F7D-4A0F-8D64-93B07531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ADB01-C3E3-490E-A9A1-8CDBE45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38650"/>
            <a:ext cx="7658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2847"/>
                </a:solidFill>
              </a:defRPr>
            </a:pPr>
            <a:r>
              <a:rPr sz="1725" b="0">
                <a:solidFill>
                  <a:srgbClr val="082847"/>
                </a:solidFill>
              </a:rPr>
              <a:t>On the right tasks, a team may produce two to ten times more useful work. Test the claim. Never use it as a head-count target.</a:t>
            </a:r>
          </a:p>
        </p:txBody>
      </p:sp>
    </p:spTree>
    <p:extLst>
      <p:ext uri="{BB962C8B-B14F-4D97-AF65-F5344CB8AC3E}">
        <p14:creationId xmlns:p14="http://schemas.microsoft.com/office/powerpoint/2010/main" val="1575653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19096-8409-4AFD-8683-BF21697D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C475E-21A3-4C22-A5D6-84CDE564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TRAINING SAFETY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BECCD-09F6-4021-97B2-B70F31A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C37F-D804-4960-A46D-7310131B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82847"/>
                </a:solidFill>
              </a:defRPr>
            </a:pPr>
            <a:r>
              <a:rPr sz="3600" b="0">
                <a:solidFill>
                  <a:srgbClr val="082847"/>
                </a:solidFill>
              </a:rPr>
              <a:t>Use safe information in the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8D2D2-1E7D-4A3B-8246-AE56DFEF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32504-01FF-4128-8B2C-2A4F12FF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FA0AE-0582-4526-B289-9FA7E743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82847"/>
                </a:solidFill>
              </a:defRPr>
            </a:pPr>
            <a:r>
              <a:rPr sz="1800" b="0">
                <a:solidFill>
                  <a:srgbClr val="082847"/>
                </a:solidFill>
              </a:rPr>
              <a:t>Public, fictional, or approved for this exact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D4C8-CF88-4C2F-A9ED-E2E58A5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655EE-0CCC-4808-8D1D-8AFDD949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847"/>
                </a:solidFill>
              </a:defRPr>
            </a:pPr>
            <a:r>
              <a:rPr sz="1350" b="1">
                <a:solidFill>
                  <a:srgbClr val="082847"/>
                </a:solidFill>
              </a:rPr>
              <a:t>YELLOW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C26B8-9AED-49C9-B1DD-5056493B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195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82847"/>
                </a:solidFill>
              </a:defRPr>
            </a:pPr>
            <a:r>
              <a:rPr sz="1800" b="0">
                <a:solidFill>
                  <a:srgbClr val="082847"/>
                </a:solidFill>
              </a:rPr>
              <a:t>Internal, uncertain, or permitted only with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9D093-4DFC-46FB-897D-808169AE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81CD2-7A84-4861-A45C-8E1C2D1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071FA-47AD-4882-BC87-94BD0293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434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82847"/>
                </a:solidFill>
              </a:defRPr>
            </a:pPr>
            <a:r>
              <a:rPr sz="1800" b="0">
                <a:solidFill>
                  <a:srgbClr val="082847"/>
                </a:solidFill>
              </a:rPr>
              <a:t>Restricted, highly sensitive, or prohibited.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C7450-A6FA-476F-B7AA-73A29CA7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721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3D35"/>
                </a:solidFill>
              </a:defRPr>
            </a:pPr>
            <a:r>
              <a:rPr sz="1350" b="1">
                <a:solidFill>
                  <a:srgbClr val="A93D35"/>
                </a:solidFill>
              </a:rPr>
              <a:t>When uncertain, stop. Do not paste the information in to ask whether it was safe to paste.</a:t>
            </a:r>
          </a:p>
        </p:txBody>
      </p:sp>
    </p:spTree>
    <p:extLst>
      <p:ext uri="{BB962C8B-B14F-4D97-AF65-F5344CB8AC3E}">
        <p14:creationId xmlns:p14="http://schemas.microsoft.com/office/powerpoint/2010/main" val="285986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A0EC8-515C-4970-81FC-6D32493F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69338-D612-433A-AD42-8DCA4020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THE SIX-SESSION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77C7-AFB9-4639-8A24-2CF3A9E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2E68-FF8E-469F-A8D4-905BDDA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82847"/>
                </a:solidFill>
              </a:defRPr>
            </a:pPr>
            <a:r>
              <a:rPr sz="3600" b="0">
                <a:solidFill>
                  <a:srgbClr val="082847"/>
                </a:solidFill>
              </a:rPr>
              <a:t>Six decisions build one safe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68DE-0BEA-4E6E-AE67-B98EA34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54D"/>
                </a:solidFill>
              </a:defRPr>
            </a:pPr>
            <a:r>
              <a:rPr sz="1500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7BBE3-7218-4C82-8C4E-62A388BE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847"/>
                </a:solidFill>
              </a:defRPr>
            </a:pPr>
            <a:r>
              <a:rPr sz="1725" b="1">
                <a:solidFill>
                  <a:srgbClr val="082847"/>
                </a:solidFill>
              </a:rPr>
              <a:t>AI Without the Fog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74B21-FEF6-4CBA-B266-D03716E8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431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075"/>
                </a:solidFill>
              </a:defRPr>
            </a:pPr>
            <a:r>
              <a:rPr sz="1275" b="0">
                <a:solidFill>
                  <a:srgbClr val="4B6075"/>
                </a:solidFill>
              </a:rPr>
              <a:t>A use, verify, or stop decision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39393-E872-426C-AD06-0E57D50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11B83-4B65-466D-9AB6-364481A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54D"/>
                </a:solidFill>
              </a:defRPr>
            </a:pPr>
            <a:r>
              <a:rPr sz="1500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23135-E411-4E49-B7C8-E548B647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33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847"/>
                </a:solidFill>
              </a:defRPr>
            </a:pPr>
            <a:r>
              <a:rPr sz="1725" b="1">
                <a:solidFill>
                  <a:srgbClr val="082847"/>
                </a:solidFill>
              </a:rPr>
              <a:t>The Data Traffic 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14FA5-BA10-437A-A6D5-7E50F079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431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075"/>
                </a:solidFill>
              </a:defRPr>
            </a:pPr>
            <a:r>
              <a:rPr sz="1275" b="0">
                <a:solidFill>
                  <a:srgbClr val="4B6075"/>
                </a:solidFill>
              </a:rPr>
              <a:t>A draft organizational data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2FE61-57B5-4CCC-8313-8B33164B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337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03CBA-3F55-4BDA-8927-BE9BAFDC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54D"/>
                </a:solidFill>
              </a:defRPr>
            </a:pPr>
            <a:r>
              <a:rPr sz="1500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8C2CC-CCDB-4F9B-A952-F0DD9F0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847"/>
                </a:solidFill>
              </a:defRPr>
            </a:pPr>
            <a:r>
              <a:rPr sz="1725" b="1">
                <a:solidFill>
                  <a:srgbClr val="082847"/>
                </a:solidFill>
              </a:rPr>
              <a:t>Prompt, Review,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1DDC6-1013-4E7C-BE27-41C5B11B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075"/>
                </a:solidFill>
              </a:defRPr>
            </a:pPr>
            <a:r>
              <a:rPr sz="1275" b="0">
                <a:solidFill>
                  <a:srgbClr val="4B6075"/>
                </a:solidFill>
              </a:rPr>
              <a:t>A reusable prompt and review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9CAE0-235D-427F-8F7B-835BDEE0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910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87C3A-BCA3-4046-99F8-B945E4E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54D"/>
                </a:solidFill>
              </a:defRPr>
            </a:pPr>
            <a:r>
              <a:rPr sz="1500" b="1">
                <a:solidFill>
                  <a:srgbClr val="EF654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41E81-ABC8-4E1D-A529-BAF6084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847"/>
                </a:solidFill>
              </a:defRPr>
            </a:pPr>
            <a:r>
              <a:rPr sz="1725" b="1">
                <a:solidFill>
                  <a:srgbClr val="082847"/>
                </a:solidFill>
              </a:rPr>
              <a:t>Tool and Vendor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2D130-09E7-4EF1-832C-C3B6D4B9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004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075"/>
                </a:solidFill>
              </a:defRPr>
            </a:pPr>
            <a:r>
              <a:rPr sz="1275" b="0">
                <a:solidFill>
                  <a:srgbClr val="4B6075"/>
                </a:solidFill>
              </a:rPr>
              <a:t>A dated tool review and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CCECB-DC3F-4CE9-AA72-09A36A2C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910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DEF29-7094-4345-8C56-CE71835B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54D"/>
                </a:solidFill>
              </a:defRPr>
            </a:pPr>
            <a:r>
              <a:rPr sz="1500" b="1">
                <a:solidFill>
                  <a:srgbClr val="EF654D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A954E-4AEB-4AB5-8B81-AA5CA359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847"/>
                </a:solidFill>
              </a:defRPr>
            </a:pPr>
            <a:r>
              <a:rPr sz="1725" b="1">
                <a:solidFill>
                  <a:srgbClr val="082847"/>
                </a:solidFill>
              </a:rPr>
              <a:t>The Policy Sprint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42CBA-27EC-4EFB-89B1-3195ED3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075"/>
                </a:solidFill>
              </a:defRPr>
            </a:pPr>
            <a:r>
              <a:rPr sz="1275" b="0">
                <a:solidFill>
                  <a:srgbClr val="4B6075"/>
                </a:solidFill>
              </a:rPr>
              <a:t>A one-page interim AI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75F41-79BE-4A0D-B9FC-D93AA66E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483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94E14-C475-4A44-A3A0-5C2B522B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54D"/>
                </a:solidFill>
              </a:defRPr>
            </a:pPr>
            <a:r>
              <a:rPr sz="1500" b="1">
                <a:solidFill>
                  <a:srgbClr val="EF654D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EBDB7-FC2D-4763-916E-104BDEE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847"/>
                </a:solidFill>
              </a:defRPr>
            </a:pPr>
            <a:r>
              <a:rPr sz="1725" b="1">
                <a:solidFill>
                  <a:srgbClr val="082847"/>
                </a:solidFill>
              </a:rPr>
              <a:t>One Safe 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3ADDB-0748-42EF-95AC-962719A1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577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075"/>
                </a:solidFill>
              </a:defRPr>
            </a:pPr>
            <a:r>
              <a:rPr sz="1275" b="0">
                <a:solidFill>
                  <a:srgbClr val="4B6075"/>
                </a:solidFill>
              </a:rPr>
              <a:t>A documented workflow and 30-day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1C609-4B1E-4E7D-B1B0-BA74B05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483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6255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0E1A6-C5F1-4CAA-8C00-3E456950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E99DF-A86D-404B-8BC3-0609ED4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B1811-2E96-498F-A186-992E29E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23250-8F19-44EA-8ABE-A13BDBC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EF654D"/>
                </a:solidFill>
              </a:defRPr>
            </a:pPr>
            <a:r>
              <a:rPr sz="9450" b="0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7689D-AA83-4159-B799-76395BDF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AI Without the Fog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9175A-8CC5-4879-89D3-D838DA66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89D4-1893-4E44-9B3D-8D31C49A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A59"/>
                </a:solidFill>
              </a:defRPr>
            </a:pPr>
            <a:r>
              <a:rPr sz="2175" b="0">
                <a:solidFill>
                  <a:srgbClr val="173A59"/>
                </a:solidFill>
              </a:rPr>
              <a:t>A fluent answer is not the same as verified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67143-1498-45D2-A1D6-A6002F8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32"/>
                </a:solidFill>
              </a:defRPr>
            </a:pPr>
            <a:r>
              <a:rPr sz="1050" b="1">
                <a:solidFill>
                  <a:srgbClr val="3F7D32"/>
                </a:solidFill>
              </a:rPr>
              <a:t>LEAVE WITH: A USE, VERIFY, OR STOP DECISION RULE</a:t>
            </a:r>
          </a:p>
        </p:txBody>
      </p:sp>
    </p:spTree>
    <p:extLst>
      <p:ext uri="{BB962C8B-B14F-4D97-AF65-F5344CB8AC3E}">
        <p14:creationId xmlns:p14="http://schemas.microsoft.com/office/powerpoint/2010/main" val="109999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A7CE5-E9F0-4603-B729-506FD654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B6D21-3EE6-4850-A4A0-104D78B0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01 |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ED54C-0233-4774-A6B0-550FA93B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28D73-2C4A-4B74-92FE-1910C5B7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82847"/>
                </a:solidFill>
              </a:defRPr>
            </a:pPr>
            <a:r>
              <a:rPr sz="3000" b="0">
                <a:solidFill>
                  <a:srgbClr val="082847"/>
                </a:solidFill>
              </a:rPr>
              <a:t>A fluent answer is not the same as verified knowledge.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F468B-CBE9-44FD-B650-983F2674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8C78A-A2AB-43A2-85CB-19179F50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Describe how generative AI constructs output from learned patterns.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1375C-433F-4C1B-B52B-06D70331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8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8D512-6E31-4760-A656-373243B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32DD5-AB14-46CB-A33B-68F39F1A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Separate current input, model behavior, output, and human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41843-83E0-4521-9320-CA01F6F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F5295-FC56-4858-978F-411ABFF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7BF25-C597-4CA4-9396-DE42606A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Name the responsibilities that stay with people.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2F8BD-2B26-49FF-AF5F-A94FEFE8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328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19F44-A905-4957-A651-FA11A02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88F03-72BC-41A4-A1A4-AEE5B8C6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01 |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4FFC0-4561-498E-9A04-179836C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BF617-0B1E-41C9-A550-4303681E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82847"/>
                </a:solidFill>
              </a:defRPr>
            </a:pPr>
            <a:r>
              <a:rPr sz="3225" b="0">
                <a:solidFill>
                  <a:srgbClr val="082847"/>
                </a:solidFill>
              </a:rPr>
              <a:t>Work with safe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54889-99BC-4C9F-9FAB-05D71EB5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59"/>
                </a:solidFill>
              </a:defRPr>
            </a:pPr>
            <a:r>
              <a:rPr sz="1875" b="0">
                <a:solidFill>
                  <a:srgbClr val="173A59"/>
                </a:solidFill>
              </a:rPr>
              <a:t>Sort three tasks: useful now, needs safeguards, or do not use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23B8A-D84B-42F1-8724-9E08877A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Where may AI already appear in our work?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503B2-2DCE-4AAD-8C01-7868DF6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FC73E-6DBA-416D-83F8-548B086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Which low-risk task could it assist with?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E611B-F73B-4A8B-B908-4F48012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C3E79-BA21-4275-BAAF-A4AB7AA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Which task should we pause, and why?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9AEB6-AF5B-4359-95FF-9F0EA84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0023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4BA14-1CE3-4587-89FE-05620296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34CD3-F0AF-4C39-9C9F-BE3C99E7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SESSION 01 |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F9175-7F88-4917-80FC-5D730095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77469-097A-4873-AB15-E135E321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Before leaving this session, write down: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538F2-9624-48D2-992F-23DF613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A use, verify, or stop decision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23B01-FE2E-483C-B658-8500AE04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A8F39-CA19-4CF0-BEDC-84677A79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CC0A6-85EB-4A5A-8363-1252CDE0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A1440-99A4-4D90-846B-D0C3A9D5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1C86D-FBCA-4817-A1CD-239CA83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E4662-1C6A-4C41-BEAC-9CA4F94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C"/>
                </a:solidFill>
              </a:defRPr>
            </a:pPr>
            <a:r>
              <a:rPr sz="1350" b="0">
                <a:solidFill>
                  <a:srgbClr val="D9E4EC"/>
                </a:solidFill>
              </a:rPr>
              <a:t>If the owner or review date is blank, the decision is not finished.</a:t>
            </a:r>
          </a:p>
        </p:txBody>
      </p:sp>
    </p:spTree>
    <p:extLst>
      <p:ext uri="{BB962C8B-B14F-4D97-AF65-F5344CB8AC3E}">
        <p14:creationId xmlns:p14="http://schemas.microsoft.com/office/powerpoint/2010/main" val="1723792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2BE3E-1D35-47B4-87F7-4699374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2D08F-D388-46C6-8D8E-E11AFBD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13A73-7B55-4CB2-BAE9-C55BC68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29379-E832-4312-83CC-0F765BA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EF654D"/>
                </a:solidFill>
              </a:defRPr>
            </a:pPr>
            <a:r>
              <a:rPr sz="9450" b="0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4798F-C44E-4DE1-9EC2-161DB35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The Data Traffic 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34036-70C1-463E-A5EA-9643364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D3E3D-F990-406A-BB7C-400BFC1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A59"/>
                </a:solidFill>
              </a:defRPr>
            </a:pPr>
            <a:r>
              <a:rPr sz="2175" b="0">
                <a:solidFill>
                  <a:srgbClr val="173A59"/>
                </a:solidFill>
              </a:rPr>
              <a:t>Classify information before deciding whether it belongs in an AI tool.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93791-A016-4385-8BA4-583C72E6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32"/>
                </a:solidFill>
              </a:defRPr>
            </a:pPr>
            <a:r>
              <a:rPr sz="1050" b="1">
                <a:solidFill>
                  <a:srgbClr val="3F7D32"/>
                </a:solidFill>
              </a:rPr>
              <a:t>LEAVE WITH: A DRAFT ORGANIZATIONAL DATA RULE</a:t>
            </a:r>
          </a:p>
        </p:txBody>
      </p:sp>
    </p:spTree>
    <p:extLst>
      <p:ext uri="{BB962C8B-B14F-4D97-AF65-F5344CB8AC3E}">
        <p14:creationId xmlns:p14="http://schemas.microsoft.com/office/powerpoint/2010/main" val="1801094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F434E-AE65-4AD7-A3C3-27CF763B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655ED-E976-434E-9B88-C91CCF7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02 |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3F3D2-99F3-410D-9877-27A1F74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82B0A-7F52-4BA8-B9EA-ECE0C2A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82847"/>
                </a:solidFill>
              </a:defRPr>
            </a:pPr>
            <a:r>
              <a:rPr sz="3000" b="0">
                <a:solidFill>
                  <a:srgbClr val="082847"/>
                </a:solidFill>
              </a:rPr>
              <a:t>Classify information before deciding whether it belongs in an AI tool.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4CA66-743D-4F89-93AB-E2DFD1F6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89AED-140F-4D7F-918C-F057A8F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Green: public, fictional, or approved for the specific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CEF87-AC1B-46F0-8D78-ADEEA7BC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8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07FC6-AA24-4C17-9FF3-D97E039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45102-E0CC-42B9-B200-4576DFAD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Yellow: internal, uncertain, or allowed only with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1758C-6E6E-4240-80A1-AC972866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171C5-0E94-44AC-BCB5-55004D1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2ECCD-893D-4027-A510-D83E2A47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Red: restricted, highly sensitive, or prohibited.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F374B-262D-4592-885F-870705B7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5415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983FD-B6D2-4B7A-968B-08244F18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78729-745F-46EC-9DE2-F0997766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02 |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F9BE9-EA01-4B02-BF61-3FD86C6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02840-454C-43E9-A7B7-47968A07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82847"/>
                </a:solidFill>
              </a:defRPr>
            </a:pPr>
            <a:r>
              <a:rPr sz="3225" b="0">
                <a:solidFill>
                  <a:srgbClr val="082847"/>
                </a:solidFill>
              </a:rPr>
              <a:t>Work with safe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21DB2-7079-443C-837B-4E17AB27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59"/>
                </a:solidFill>
              </a:defRPr>
            </a:pPr>
            <a:r>
              <a:rPr sz="1875" b="0">
                <a:solidFill>
                  <a:srgbClr val="173A59"/>
                </a:solidFill>
              </a:rPr>
              <a:t>Classify information categories without copying the underlying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CB04C-FE8B-4E3F-9BF6-2404ADF0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information is clearly green?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448DB-FC22-40AB-98A3-4FBA9271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A7842-304B-42C0-B7C2-4D0351D5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Who may approve yellow information?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672EB-80D3-493A-AFA0-D3A25BB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19F29-8DB5-4242-B2A5-D7121DC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Which categories stay 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533CB-95C7-4F30-9936-611C275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28065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D3FDE-0B28-4BE6-8142-500CC4A0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01D92-A4EF-495E-A14F-409B6088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SESSION 02 |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F014C-9E2B-43C7-9C31-AC31EF9C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71913-160A-46D4-92A1-856ED6D2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Before leaving this session, write down: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0C867-9035-4A37-B4EF-4E771263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A draft organizational data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66A63-486B-4F85-A7E5-EA3E201E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0B474-C22A-4A22-9085-18227AB0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0822E-E3AE-4822-8392-F320BDA6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52DA9-541B-43FE-B8C7-3F8EA559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7825B-2741-4D38-80AF-7B7F11F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F1CC4-5C99-4367-9735-FE1E1D90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C"/>
                </a:solidFill>
              </a:defRPr>
            </a:pPr>
            <a:r>
              <a:rPr sz="1350" b="0">
                <a:solidFill>
                  <a:srgbClr val="D9E4EC"/>
                </a:solidFill>
              </a:rPr>
              <a:t>If the owner or review date is blank, the decision is not finished.</a:t>
            </a:r>
          </a:p>
        </p:txBody>
      </p:sp>
    </p:spTree>
    <p:extLst>
      <p:ext uri="{BB962C8B-B14F-4D97-AF65-F5344CB8AC3E}">
        <p14:creationId xmlns:p14="http://schemas.microsoft.com/office/powerpoint/2010/main" val="1547033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BBC2E-3EFD-4F2D-8D30-D08E6D39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84763-D15F-4DBF-893F-CEA38BF3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66807-DE26-45F2-BA1C-EF19846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2816F-6033-48A6-9378-CCFF13B2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EF654D"/>
                </a:solidFill>
              </a:defRPr>
            </a:pPr>
            <a:r>
              <a:rPr sz="9450" b="0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41A0-7DAE-4E7A-ACFB-80F4EA4F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Prompt, Review,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2E242-466E-4544-B29A-BB79555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69EC6-DDE2-41FB-9C7F-B0648746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A59"/>
                </a:solidFill>
              </a:defRPr>
            </a:pPr>
            <a:r>
              <a:rPr sz="2175" b="0">
                <a:solidFill>
                  <a:srgbClr val="173A59"/>
                </a:solidFill>
              </a:rPr>
              <a:t>Prompting and verification belong in the same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0872B-4EA6-4606-9719-5DE1EE3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32"/>
                </a:solidFill>
              </a:defRPr>
            </a:pPr>
            <a:r>
              <a:rPr sz="1050" b="1">
                <a:solidFill>
                  <a:srgbClr val="3F7D32"/>
                </a:solidFill>
              </a:rPr>
              <a:t>LEAVE WITH: A REUSABLE PROMPT AND REVIEW CHECKLIST</a:t>
            </a:r>
          </a:p>
        </p:txBody>
      </p:sp>
    </p:spTree>
    <p:extLst>
      <p:ext uri="{BB962C8B-B14F-4D97-AF65-F5344CB8AC3E}">
        <p14:creationId xmlns:p14="http://schemas.microsoft.com/office/powerpoint/2010/main" val="18218501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22FD6-A5CC-4AB6-BD1B-B0EF47A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81EDC-A394-4A2A-B624-9E37634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03 |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DCBBC-4904-4CBE-B16E-5CA23DBB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1F51F-AB8E-4A10-8519-7F6D6982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82847"/>
                </a:solidFill>
              </a:defRPr>
            </a:pPr>
            <a:r>
              <a:rPr sz="3000" b="0">
                <a:solidFill>
                  <a:srgbClr val="082847"/>
                </a:solidFill>
              </a:rPr>
              <a:t>Prompting and verification belong in the same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C4097-77D0-40EB-81AB-5066A551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2058C-F929-4F86-9A4A-47B908B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Specify task, audience, constraints, sources, and output format.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B2CD8-A800-4E49-8BC0-ECC2EA7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8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FC28B-61B1-4077-B385-9ABF63ED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4EAAC-28F0-4BC6-B9D0-3A44591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Mark names, dates, numbers, quotes, and links for outside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C402C-4837-4E1C-935B-99BF142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5BF65-AD1C-467E-A051-B6DE561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1B6FD-1102-411E-A9D5-4D9D9757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Change one instruction at a time so the result can be compared.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CEAC7-8547-407E-9103-A95944C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7300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98368-CB0E-4A6E-9E2E-CB1C211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8831D-E34B-478E-A051-02F8AE67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03 |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0A914-433D-45B9-A706-AB3CBD64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2B1CE-DC22-4949-9D70-90B6AFF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82847"/>
                </a:solidFill>
              </a:defRPr>
            </a:pPr>
            <a:r>
              <a:rPr sz="3225" b="0">
                <a:solidFill>
                  <a:srgbClr val="082847"/>
                </a:solidFill>
              </a:rPr>
              <a:t>Work with safe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B6C5B-43C8-401C-AA8A-C910231F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59"/>
                </a:solidFill>
              </a:defRPr>
            </a:pPr>
            <a:r>
              <a:rPr sz="1875" b="0">
                <a:solidFill>
                  <a:srgbClr val="173A59"/>
                </a:solidFill>
              </a:rPr>
              <a:t>Draft from approved source material, then review the result in pairs.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D7E78-AFE5-47D2-AE3E-054DE1B4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must the output 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DC0F2-CAA1-4A0D-AD61-CF5B5A95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42FBD-2071-41B9-878B-25E0E373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Which facts need an outside source?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7FFB-A2C9-40B6-97A6-32031B19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03167-9F74-42AF-9B5F-64F5EB4A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changed after one instruction changed?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41E67-3E4A-4CA9-9138-7E2F1BEE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89382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4CAE4-F81D-4C89-8556-A195D03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1DB39-F8CC-4636-B70E-B1546F81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SESSION 03 |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FE6A0-D3B9-4635-BC72-4757F186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C6807-0B26-4D6F-9509-B981D4CA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Before leaving this session, write down: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57E45-0B72-4BC7-B792-23AAA5B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A reusable prompt and review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80C64-C1FE-4A4B-8D23-6C950D6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F3C39-6457-4C4D-B1E1-7C20FF3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6C5CB-5B7C-42CF-B9ED-43DAD71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29DB8-E983-4527-AA8D-41016E65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252E7-DC4D-4923-BA73-6E2CCF51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5D3A5-D2DA-4FDB-98EB-4B73ADF2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C"/>
                </a:solidFill>
              </a:defRPr>
            </a:pPr>
            <a:r>
              <a:rPr sz="1350" b="0">
                <a:solidFill>
                  <a:srgbClr val="D9E4EC"/>
                </a:solidFill>
              </a:rPr>
              <a:t>If the owner or review date is blank, the decision is not finished.</a:t>
            </a:r>
          </a:p>
        </p:txBody>
      </p:sp>
    </p:spTree>
    <p:extLst>
      <p:ext uri="{BB962C8B-B14F-4D97-AF65-F5344CB8AC3E}">
        <p14:creationId xmlns:p14="http://schemas.microsoft.com/office/powerpoint/2010/main" val="398659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2D812-8EB0-4E63-A2F1-0236B656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54BA4-87BE-4FC8-BAC7-381FAE24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5DF28-FF0B-45D8-8EB2-319E3BE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178B1-341F-4015-AFC9-D8BD8FB3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EF654D"/>
                </a:solidFill>
              </a:defRPr>
            </a:pPr>
            <a:r>
              <a:rPr sz="9450" b="0">
                <a:solidFill>
                  <a:srgbClr val="EF654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E72C0-6050-4E7C-9E34-9E8C5C03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Tool and Vendor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07314-7450-4D63-A0D0-07D1FFE5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031F7-0266-42BD-A883-3D489201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A59"/>
                </a:solidFill>
              </a:defRPr>
            </a:pPr>
            <a:r>
              <a:rPr sz="2175" b="0">
                <a:solidFill>
                  <a:srgbClr val="173A59"/>
                </a:solidFill>
              </a:rPr>
              <a:t>Choose tools from current evidence, not familiarity or sales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8280B-4A41-45E2-92F3-A54CDF4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32"/>
                </a:solidFill>
              </a:defRPr>
            </a:pPr>
            <a:r>
              <a:rPr sz="1050" b="1">
                <a:solidFill>
                  <a:srgbClr val="3F7D32"/>
                </a:solidFill>
              </a:rPr>
              <a:t>LEAVE WITH: A DATED TOOL REVIEW AND OWNER</a:t>
            </a:r>
          </a:p>
        </p:txBody>
      </p:sp>
    </p:spTree>
    <p:extLst>
      <p:ext uri="{BB962C8B-B14F-4D97-AF65-F5344CB8AC3E}">
        <p14:creationId xmlns:p14="http://schemas.microsoft.com/office/powerpoint/2010/main" val="9279894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46893-02C2-4D23-A70C-8551A663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A45D9-0AFD-4CC2-8B51-7907CE24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04 |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6CDD5-95E7-4A36-A0B4-B850BF12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5A451-A2A3-4EF6-9A70-8081DDC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82847"/>
                </a:solidFill>
              </a:defRPr>
            </a:pPr>
            <a:r>
              <a:rPr sz="3000" b="0">
                <a:solidFill>
                  <a:srgbClr val="082847"/>
                </a:solidFill>
              </a:rPr>
              <a:t>Choose tools from current evidence, not familiarity or sales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34481-A5C9-4BC1-A95F-7962BED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39ADE-B25F-455B-BC96-BF4FE9B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Check account ownership, recovery, retention, deletion, and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CB7C-AEB9-4F32-9F12-391AF44C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8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E16F8-B1A8-4354-8E84-12A53A69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63EA8-3B12-467A-AFD7-F076621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Review training use, connectors, permissions, and plan-dependent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237D-4B97-44C0-931E-81939508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83B9-5368-4F63-AD97-C9BBA4B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A1A41-9FBE-4E94-B8AC-EF21292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Record the date, evidence, decision owner, and next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D42F8-A309-4925-98A7-0865A39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61415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45794-2D79-484C-B967-9FAB1AA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C7E8B-2A62-40AD-8537-FF46AF6B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04 |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D327F-9AA7-4CB3-ACE6-D2BE8264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41542-3795-4F6A-8234-007E7253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82847"/>
                </a:solidFill>
              </a:defRPr>
            </a:pPr>
            <a:r>
              <a:rPr sz="3225" b="0">
                <a:solidFill>
                  <a:srgbClr val="082847"/>
                </a:solidFill>
              </a:rPr>
              <a:t>Work with safe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AEC95-01D7-45C6-BE0A-D80AB8B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59"/>
                </a:solidFill>
              </a:defRPr>
            </a:pPr>
            <a:r>
              <a:rPr sz="1875" b="0">
                <a:solidFill>
                  <a:srgbClr val="173A59"/>
                </a:solidFill>
              </a:rPr>
              <a:t>Review one tool with current vendor documentation and the same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B3EF1-D49D-42ED-9A84-F40491FE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Who owns and can recover the account?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8C206-7BD9-4CE9-87F1-5A4919D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51F97-0EB1-4BFC-9930-445F00C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happens to prompts and uploads?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9386F-4694-4B12-87A9-CCE0D719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2D924-16D5-4AC8-895C-9D437BA1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is the fallback if the tool changes?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59448-FB9A-4FB7-BA2B-AB83915E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8520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A4970-3CE7-48FC-BF87-6580A5D9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8DC39-C3C6-4E5F-939D-2AE6ABF1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SESSION 04 |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6F677-EAF8-4C94-9E62-D4217A7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28255-580C-4F15-87B1-4846420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Before leaving this session, write down: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1B0C4-90DD-45F5-A9D0-3145B6FC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A dated tool review and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297BC-9E54-4F74-9937-3E3746E2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8AD9B-A757-40F8-96E7-CFF3A95F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29157-4986-4B15-8372-9A8D858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18711-9DF0-4BE8-98B8-47BDD7F9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17F1C-8206-44E3-AE37-533D1503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92DD4-E04D-4C6E-9FA6-100E5378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C"/>
                </a:solidFill>
              </a:defRPr>
            </a:pPr>
            <a:r>
              <a:rPr sz="1350" b="0">
                <a:solidFill>
                  <a:srgbClr val="D9E4EC"/>
                </a:solidFill>
              </a:rPr>
              <a:t>If the owner or review date is blank, the decision is not finished.</a:t>
            </a:r>
          </a:p>
        </p:txBody>
      </p:sp>
    </p:spTree>
    <p:extLst>
      <p:ext uri="{BB962C8B-B14F-4D97-AF65-F5344CB8AC3E}">
        <p14:creationId xmlns:p14="http://schemas.microsoft.com/office/powerpoint/2010/main" val="12289661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AF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E538D-DD4C-402F-8C8F-2BF4AD70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BAF18-CCC1-4116-8156-786923C9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8CCD0-7585-4493-84D9-5414A858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68702-F361-4140-A8D1-97429B4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EF654D"/>
                </a:solidFill>
              </a:defRPr>
            </a:pPr>
            <a:r>
              <a:rPr sz="9450" b="0">
                <a:solidFill>
                  <a:srgbClr val="EF654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278E4-AB69-4FB4-846C-CCCC3026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The Policy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70443-4DC7-4654-A48A-4591E48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2F29C-9872-42BC-A072-0DF29B1E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A59"/>
                </a:solidFill>
              </a:defRPr>
            </a:pPr>
            <a:r>
              <a:rPr sz="2175" b="0">
                <a:solidFill>
                  <a:srgbClr val="173A59"/>
                </a:solidFill>
              </a:rPr>
              <a:t>A useful interim policy tells a new staff member what to do on Monday.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23CBC-818A-430D-B347-7D27D7D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32"/>
                </a:solidFill>
              </a:defRPr>
            </a:pPr>
            <a:r>
              <a:rPr sz="1050" b="1">
                <a:solidFill>
                  <a:srgbClr val="3F7D32"/>
                </a:solidFill>
              </a:rPr>
              <a:t>LEAVE WITH: A ONE-PAGE INTERIM AI POLICY</a:t>
            </a:r>
          </a:p>
        </p:txBody>
      </p:sp>
    </p:spTree>
    <p:extLst>
      <p:ext uri="{BB962C8B-B14F-4D97-AF65-F5344CB8AC3E}">
        <p14:creationId xmlns:p14="http://schemas.microsoft.com/office/powerpoint/2010/main" val="17373901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231BB-78DB-4E2E-A983-78F5ABB7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89D10-5CB8-4E98-8B78-65C249C8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05 |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C4935-6B08-40E5-8BE8-EBF8370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28459-53C8-4853-997D-EA27AB18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82847"/>
                </a:solidFill>
              </a:defRPr>
            </a:pPr>
            <a:r>
              <a:rPr sz="3000" b="0">
                <a:solidFill>
                  <a:srgbClr val="082847"/>
                </a:solidFill>
              </a:rPr>
              <a:t>A useful interim policy tells a new staff member what to do on Monday.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ACFC5-E6E5-4F78-9494-D2109A4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33AF7-5D39-4545-BA07-60590DD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Define approved, restricted, and prohibited uses.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23F19-73A5-4CAE-AA0C-EC8D655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8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652FB-B002-4AFA-9EBB-B256905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D9279-9615-4842-8908-EF5558E8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Assign tool approval, output review, and incident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92E07-C746-4E07-9304-BBBB05A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65A17-51C3-4777-8A65-6473F0BC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E33AB-4C1D-440B-BD12-B3BE97A8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State disclosure rules, reporting paths, and the review 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68476-630F-4930-8436-ECBA164F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40075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B92FF-F1C7-4310-A7D2-33596F07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52B76-7CE7-4D6F-87C0-55C0C20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05 |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F7703-2294-4B4E-BFF4-4829334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83AC1-5953-4BE4-8673-66065BDD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82847"/>
                </a:solidFill>
              </a:defRPr>
            </a:pPr>
            <a:r>
              <a:rPr sz="3225" b="0">
                <a:solidFill>
                  <a:srgbClr val="082847"/>
                </a:solidFill>
              </a:rPr>
              <a:t>Work with safe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EA489-6BBE-4EB5-82A3-4B5E499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59"/>
                </a:solidFill>
              </a:defRPr>
            </a:pPr>
            <a:r>
              <a:rPr sz="1875" b="0">
                <a:solidFill>
                  <a:srgbClr val="173A59"/>
                </a:solidFill>
              </a:rPr>
              <a:t>Draft one section at a time, then test it against three ordinary cases.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57F2C-5A2A-43FE-9CED-BDB333D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may people do now?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ECEEA-F3B2-4EF4-8438-02813D0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4B35A-6993-4107-9949-47EB7138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Which uses need approval?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D016A-E963-4B27-BFBC-FDB0A7E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3840F-F525-4315-95EB-C4F938B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How are mistakes reported and corrected?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F54A7-BA8E-4B22-BFB8-5431DFBD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29452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90038-35C3-4D40-8EC4-8D68A3DF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DB74-C598-450F-840A-D0E6A9F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SESSION 05 |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89DDE-7F62-44E3-ABAE-B7E35B13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BFE32-85C4-4F0F-99A7-3F135AD4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Before leaving this session, write down: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23B05-DE82-425E-815C-4DC96DA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A one-page interim AI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17A32-71EA-4D9C-9447-17CCF75E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E4A6D-168E-4938-8BE0-31AA00B2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C8AAA-D091-43B7-A9C6-2FF03DF7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361CA-CFB2-4805-B595-3480F87D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B1EFA-A229-4CF0-A65E-EC7FEADE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989A2-940B-4F2A-BBFB-67083B64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C"/>
                </a:solidFill>
              </a:defRPr>
            </a:pPr>
            <a:r>
              <a:rPr sz="1350" b="0">
                <a:solidFill>
                  <a:srgbClr val="D9E4EC"/>
                </a:solidFill>
              </a:rPr>
              <a:t>If the owner or review date is blank, the decision is not finished.</a:t>
            </a:r>
          </a:p>
        </p:txBody>
      </p:sp>
    </p:spTree>
    <p:extLst>
      <p:ext uri="{BB962C8B-B14F-4D97-AF65-F5344CB8AC3E}">
        <p14:creationId xmlns:p14="http://schemas.microsoft.com/office/powerpoint/2010/main" val="5703844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47454-96EE-4FBD-8CA3-A4BBEEC5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0E9B5-F9ED-4FC1-BDDB-DD33F3C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74D35-4D76-410A-BC6F-39D1FD62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715C4-7527-4301-81BD-75F4D56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EF654D"/>
                </a:solidFill>
              </a:defRPr>
            </a:pPr>
            <a:r>
              <a:rPr sz="9450" b="0">
                <a:solidFill>
                  <a:srgbClr val="EF654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50EEC-AF53-4204-9AA6-48B11427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082847"/>
                </a:solidFill>
              </a:defRPr>
            </a:pPr>
            <a:r>
              <a:rPr sz="4050" b="0">
                <a:solidFill>
                  <a:srgbClr val="082847"/>
                </a:solidFill>
              </a:rPr>
              <a:t>One Safe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811A3-7F0E-4C84-B9DF-210D5672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2E32-E373-4192-BDE6-36E120B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A59"/>
                </a:solidFill>
              </a:defRPr>
            </a:pPr>
            <a:r>
              <a:rPr sz="2175" b="0">
                <a:solidFill>
                  <a:srgbClr val="173A59"/>
                </a:solidFill>
              </a:rPr>
              <a:t>Finish with a small workflow the team can explain, review, and stop.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050F-225C-42CF-806F-D17CAAB2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32"/>
                </a:solidFill>
              </a:defRPr>
            </a:pPr>
            <a:r>
              <a:rPr sz="1050" b="1">
                <a:solidFill>
                  <a:srgbClr val="3F7D32"/>
                </a:solidFill>
              </a:rPr>
              <a:t>LEAVE WITH: A DOCUMENTED WORKFLOW AND 30-DAY PLAN</a:t>
            </a:r>
          </a:p>
        </p:txBody>
      </p:sp>
    </p:spTree>
    <p:extLst>
      <p:ext uri="{BB962C8B-B14F-4D97-AF65-F5344CB8AC3E}">
        <p14:creationId xmlns:p14="http://schemas.microsoft.com/office/powerpoint/2010/main" val="14044909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713EC-6F37-4770-87AD-3E2E2248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81CB-E382-4A03-8CA3-1DDD919A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06 |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04ABC-035A-47E8-95EE-6B0C53D2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C4C2C-6849-42E7-A151-1E722459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82847"/>
                </a:solidFill>
              </a:defRPr>
            </a:pPr>
            <a:r>
              <a:rPr sz="3000" b="0">
                <a:solidFill>
                  <a:srgbClr val="082847"/>
                </a:solidFill>
              </a:rPr>
              <a:t>Finish with a small workflow the team can explain, review, and stop.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3E489-51A1-4098-9A27-4D21CE7E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FB15C-FD84-4B46-8050-46C4B231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Choose low-impact, reversible work based on green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F454A-3572-4BC3-8DE6-9E355848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384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E3A3D-C0D2-4FB0-8327-EBCA8CF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E10C3-2742-4F9F-B02B-CC1DE62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Name the approved tool, allowed inputs, checks, storage, and fallback.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4669A-11E3-40BD-86A8-21C87CED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6E1A1-08E5-413B-A424-C382E697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2D174-D56D-4D7B-A6D7-298F86EC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624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847"/>
                </a:solidFill>
              </a:defRPr>
            </a:pPr>
            <a:r>
              <a:rPr sz="1875" b="0">
                <a:solidFill>
                  <a:srgbClr val="082847"/>
                </a:solidFill>
              </a:rPr>
              <a:t>Test with public, fictional, or sanitized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A0EFF-BDDC-462B-A063-9FC135A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41340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D5FB4-FAEF-4E44-9157-562DA11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7D32"/>
                </a:solidFill>
              </a:defRPr>
            </a:pPr>
            <a:r>
              <a:rPr sz="825" b="1">
                <a:solidFill>
                  <a:srgbClr val="3F7D32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DF8A6-6FBD-4D37-BD66-41E18DE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4B6075"/>
                </a:solidFill>
              </a:defRPr>
            </a:pPr>
            <a:r>
              <a:rPr sz="825" b="1">
                <a:solidFill>
                  <a:srgbClr val="4B6075"/>
                </a:solidFill>
              </a:rPr>
              <a:t>SESSION 06 |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58110-59C4-4EF4-9DFF-114D77C0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654D"/>
                </a:solidFill>
              </a:defRPr>
            </a:pPr>
            <a:r>
              <a:rPr sz="825" b="1">
                <a:solidFill>
                  <a:srgbClr val="EF654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65C61-16E1-4A2E-BD79-9752C029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82847"/>
                </a:solidFill>
              </a:defRPr>
            </a:pPr>
            <a:r>
              <a:rPr sz="3225" b="0">
                <a:solidFill>
                  <a:srgbClr val="082847"/>
                </a:solidFill>
              </a:rPr>
              <a:t>Work with safe examples.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FA383-6693-4602-A3D7-252DED77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59"/>
                </a:solidFill>
              </a:defRPr>
            </a:pPr>
            <a:r>
              <a:rPr sz="1875" b="0">
                <a:solidFill>
                  <a:srgbClr val="173A59"/>
                </a:solidFill>
              </a:rPr>
              <a:t>Generate options from the same approved inputs, score them, and correct one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1E161-8C76-45F7-B349-EF9766D3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is the purpose and who owns 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D6D7A-6D44-4102-B65E-12D6B12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E1051-A0CA-49F8-9791-78FD5019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Which checks and approval are required?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8E952-1C5A-4466-A454-7C41A0E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D98B5-F23D-4087-BE3B-1DEAC9B5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7"/>
                </a:solidFill>
              </a:defRPr>
            </a:pPr>
            <a:r>
              <a:rPr sz="1575" b="1">
                <a:solidFill>
                  <a:srgbClr val="082847"/>
                </a:solidFill>
              </a:rPr>
              <a:t>What is retained, and what is the fallback?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565B5-4037-4B0E-8A8D-FD14890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77537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28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1EB0C-385D-417D-B4D9-0EE37A3A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59ED5-03F5-46DF-8E81-597903E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SESSION 06 |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42A9-DD2E-483D-8A60-5007C81D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EB46D-D085-4DE3-A006-90900449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Before leaving this session, write down: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252BE-F73A-4489-A33A-3A9072D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FFFFF"/>
                </a:solidFill>
              </a:defRPr>
            </a:pPr>
            <a:r>
              <a:rPr sz="4350" b="0">
                <a:solidFill>
                  <a:srgbClr val="FFFFFF"/>
                </a:solidFill>
              </a:rPr>
              <a:t>A documented workflow and 30-day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03406-B0F5-4C42-8FFB-A91B2CC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5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B3F7-E845-4EE8-B888-A9CE516B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06672-B7E9-48FC-8422-EAF18AF3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54FFA-D00A-45CF-B801-60FD0A4C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0EB"/>
                </a:solidFill>
              </a:defRPr>
            </a:pPr>
            <a:r>
              <a:rPr sz="1050" b="1">
                <a:solidFill>
                  <a:srgbClr val="FFF0EB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2F4BC-66A0-4EF4-ABEE-F9B1B056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292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CF16A-86C6-4F34-8F38-D11EC31D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4EC"/>
                </a:solidFill>
              </a:defRPr>
            </a:pPr>
            <a:r>
              <a:rPr sz="1350" b="0">
                <a:solidFill>
                  <a:srgbClr val="D9E4EC"/>
                </a:solidFill>
              </a:rPr>
              <a:t>If the owner or review date is blank, the decision is not finished.</a:t>
            </a:r>
          </a:p>
        </p:txBody>
      </p:sp>
    </p:spTree>
    <p:extLst>
      <p:ext uri="{BB962C8B-B14F-4D97-AF65-F5344CB8AC3E}">
        <p14:creationId xmlns:p14="http://schemas.microsoft.com/office/powerpoint/2010/main" val="8343044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3F7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4CDE2-A833-4ACA-8FFC-76DA7961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AI WITHOUT FEAR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3AAA9-9D4A-4EFF-8960-6C0D51C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4EC"/>
                </a:solidFill>
              </a:defRPr>
            </a:pPr>
            <a:r>
              <a:rPr sz="825" b="1">
                <a:solidFill>
                  <a:srgbClr val="D9E4EC"/>
                </a:solidFill>
              </a:rPr>
              <a:t>CLOSE THE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DBB2C-65BB-4DEA-B705-0BAB94D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0EB"/>
                </a:solidFill>
              </a:defRPr>
            </a:pPr>
            <a:r>
              <a:rPr sz="825" b="1">
                <a:solidFill>
                  <a:srgbClr val="FFF0EB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0660-C68A-48CE-A967-591B27C5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FFFFF"/>
                </a:solidFill>
              </a:defRPr>
            </a:pPr>
            <a:r>
              <a:rPr sz="3900" b="0">
                <a:solidFill>
                  <a:srgbClr val="FFFFFF"/>
                </a:solidFill>
              </a:rPr>
              <a:t>Choose one small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A578A-1EAB-4C62-98A0-21C05C27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DED33-C594-472A-8C1F-D27AABB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717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Name the workflow and its human owner.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9FA5E-CE6E-40DC-B86C-5D4BDC8E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C5A05-FFEE-4523-B66F-2F3BBA8A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01FDA-113C-4A08-ADCD-AEF4DC1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Record the approved tool and allowed inputs.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8C703-E84E-4933-B98A-89CC3F3D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95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4A50C-8B7E-4E2A-84DA-055EFB6E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F6B1B-96EE-46A0-A77D-D95DB609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481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Set the check, approval, fallback, and review 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3AC58-D05A-473E-B6B0-4D3BB181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577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8B0E5-7F9F-492E-8540-F98137DF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654D"/>
                </a:solidFill>
              </a:defRPr>
            </a:pPr>
            <a:r>
              <a:rPr sz="1125" b="1">
                <a:solidFill>
                  <a:srgbClr val="EF654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C1A16-BBB1-4A94-9D16-CAB8C3FD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86325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Ask for help before expanding the scope.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B9E6F-615C-4DAD-8BCA-DEFC5FB4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959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AE73C-BD87-4D0F-98D2-025AFE80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531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0EB"/>
                </a:solidFill>
              </a:defRPr>
            </a:pPr>
            <a:r>
              <a:rPr sz="975" b="1">
                <a:solidFill>
                  <a:srgbClr val="FFF0EB"/>
                </a:solidFill>
              </a:rPr>
              <a:t>Questions or information requests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8881F-6C8A-4AD5-8ADD-74FFD1E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38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sohagan.dev@aiembeddedsystems.com</a:t>
            </a:r>
          </a:p>
        </p:txBody>
      </p:sp>
    </p:spTree>
    <p:extLst>
      <p:ext uri="{BB962C8B-B14F-4D97-AF65-F5344CB8AC3E}">
        <p14:creationId xmlns:p14="http://schemas.microsoft.com/office/powerpoint/2010/main" val="2016200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2026-07-16T18:55:02.1450000Z</dcterms:created>
  <dcterms:modified xsi:type="dcterms:W3CDTF">2026-07-16T18:55:02.1450000Z</dcterms:modified>
</coreProperties>
</file>